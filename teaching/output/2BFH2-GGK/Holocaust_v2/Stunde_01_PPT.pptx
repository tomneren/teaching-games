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0F0F0"/>
                </a:solidFill>
              </a:defRPr>
            </a:pPr>
            <a:r>
              <a:t>Entscheidungen 1933-1945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Wie konnten normale Menschen zuschauen?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Das Foto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Boykott jüdischer Geschäfte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1. April 1933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Passanten gehen vorbei...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[Hier historisches Foto einfügen]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Stilles Schreiben (3 Min.)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Was siehst du?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Was denkst du?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Was fühlst du?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→ Notiere deine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Unsere Leitfrage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"Wie konnte es dazu kommen,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dass normale Menschen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zuschauten?"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Heute erkunden wir das durch zwei Perspektiven...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Wähle deine Perspektive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  <a:r>
              <a:t>🔵 David</a:t>
            </a: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  <a:r>
              <a:t>Jüdischer Junge</a:t>
            </a: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  <a:r>
              <a:t>Opferperspektive</a:t>
            </a: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  <a:r>
              <a:t>Erlebt:</a:t>
            </a: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  <a:r>
              <a:t>• Ausgrenzung</a:t>
            </a: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  <a:r>
              <a:t>• Entrechtung</a:t>
            </a:r>
          </a:p>
          <a:p>
            <a:pPr>
              <a:spcAft>
                <a:spcPts val="1000"/>
              </a:spcAft>
              <a:defRPr sz="1800">
                <a:solidFill>
                  <a:srgbClr val="6496FF"/>
                </a:solidFill>
              </a:defRPr>
            </a:pPr>
            <a:r>
              <a:t>• Angst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  <a:r>
              <a:t>🟤 Werner</a:t>
            </a: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  <a:r>
              <a:t>Deutscher Hitlerjunge</a:t>
            </a: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  <a:r>
              <a:t>Zuschauerperspektive</a:t>
            </a: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  <a:r>
              <a:t>Erlebt:</a:t>
            </a: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  <a:r>
              <a:t>• Gruppendruck</a:t>
            </a: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  <a:r>
              <a:t>• Konformität</a:t>
            </a:r>
          </a:p>
          <a:p>
            <a:pPr>
              <a:spcAft>
                <a:spcPts val="1000"/>
              </a:spcAft>
              <a:defRPr sz="1800">
                <a:solidFill>
                  <a:srgbClr val="966432"/>
                </a:solidFill>
              </a:defRPr>
            </a:pPr>
            <a:r>
              <a:t>• Gleichgültigkeit?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188720"/>
            <a:ext cx="45720" cy="3474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Während du spielst...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Beantworte auf dem Arbeitsblatt: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Warum hast du dich so entschieden?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Was hätte passieren können, wenn du anders gewählt hättest?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Was hat dein Charakter gefühlt?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Perspektivwechsel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Finde einen Partner, der die ANDERE Perspektive gespielt hat.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Erzählt euch gegenseitig: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Was ist dir passiert?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Welche Entscheidungen musstest du treffen?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Wie hat sich dein Charakter gefühlt?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→ 8 Minuten (4 Min. pro Person)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Reflexion: "Und ich?"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Stilles Schreiben (10 Minuten):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"Warum ist es so schwer,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sich gegen die Mehrheit zu stellen?"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Optional: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"Wo sehe ich heute ähnliche Mechanismen?"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Exit-Ticket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Schreibe auf deine Karteikarte: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"Das Wichtigste,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das ich heute gelernt habe..."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Ausblick: Nächste Stunde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Von der Ausgrenzung zur Vernichtung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Wie wurde aus Zuschauen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Mittäterschaft?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